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BFFF1"/>
                </a:solidFill>
              </a:defRPr>
            </a:pPr>
            <a:r>
              <a:t>SimCrowd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B4C5E4"/>
                </a:solidFill>
              </a:defRPr>
            </a:pPr>
            <a:r>
              <a:t>Test Your Marketing on AI Crowds</a:t>
            </a:r>
            <a:br/>
            <a:r>
              <a:t>Before Spending a Dollar on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5E4"/>
                </a:solidFill>
              </a:defRPr>
            </a:pPr>
            <a:r>
              <a:t>Social Simulation Engine  |  simcrowd.ai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14800"/>
            <a:ext cx="3657600" cy="457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BFFF1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"We spent $12K on ads that bombed. Our AI tool said it was an 8/10."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Marketers spend thousands before knowing if copy resonates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Existing AI tools give a score — not insight into WHY it fails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No way to see how different demographics actually react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Two skeptics with different worldviews have completely different objections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You're flying blind until real money is on the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BFFF1"/>
                </a:solidFill>
              </a:defRPr>
            </a:pPr>
            <a:r>
              <a:t>The Solution: SimCrowd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438912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90C98"/>
                </a:solidFill>
              </a:defRPr>
            </a:pPr>
            <a:r>
              <a:t>1. Build a Crowd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2926080" cy="36576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21220"/>
                </a:solidFill>
              </a:defRPr>
            </a:pPr>
            <a:r>
              <a:t>Generate 20-100+ AI personas</a:t>
            </a:r>
            <a:br/>
            <a:r>
              <a:t>from psychographic archetypes</a:t>
            </a:r>
            <a:br/>
            <a:r>
              <a:t>+ worldview dimensions</a:t>
            </a:r>
            <a:br/>
            <a:r>
              <a:t>matched to your target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474720" cy="438912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90C98"/>
                </a:solidFill>
              </a:defRPr>
            </a:pPr>
            <a:r>
              <a:t>2. Run the Simulation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468880"/>
            <a:ext cx="2926080" cy="36576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21220"/>
                </a:solidFill>
              </a:defRPr>
            </a:pPr>
            <a:r>
              <a:t>Agents encounter your material</a:t>
            </a:r>
            <a:br/>
            <a:r>
              <a:t>in a simulated social feed —</a:t>
            </a:r>
            <a:br/>
            <a:r>
              <a:t>react, comment, share, debate,</a:t>
            </a:r>
            <a:br/>
            <a:r>
              <a:t>or scroll right past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474720" cy="438912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8288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90C98"/>
                </a:solidFill>
              </a:defRPr>
            </a:pPr>
            <a:r>
              <a:t>3. Read the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468880"/>
            <a:ext cx="2926080" cy="36576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21220"/>
                </a:solidFill>
              </a:defRPr>
            </a:pPr>
            <a:r>
              <a:t>Engagement scores, a scrollable</a:t>
            </a:r>
            <a:br/>
            <a:r>
              <a:t>simulated feed, objection maps,</a:t>
            </a:r>
            <a:br/>
            <a:r>
              <a:t>and AI-generated rewrites</a:t>
            </a:r>
            <a:br/>
            <a:r>
              <a:t>that fix what's broken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The Magic: Worldview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4C5E4"/>
                </a:solidFill>
              </a:defRPr>
            </a:pPr>
            <a:r>
              <a:t>Two "Skeptics" with different worldviews have completely different objections.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86000"/>
            <a:ext cx="5303520" cy="384048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FFF1"/>
                </a:solidFill>
              </a:defRPr>
            </a:pPr>
            <a:r>
              <a:t>Sarah, 34 — Skeptic × Progressive × Anti-Consumerist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"Where's the evidence this works?"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"Who built this? What are their labor practices?"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"Will this replace 3 tools or add another subscription?"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"Show me the peer-reviewed study, not testimonials"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"Where's the free tier so I can try it myself?"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286000"/>
            <a:ext cx="5303520" cy="384048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FFF1"/>
                </a:solidFill>
              </a:defRPr>
            </a:pPr>
            <a:r>
              <a:t>Mike, 28 — Skeptic × Libertarian × Free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017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"Prove it works — but on my terms"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"Can I export my data? Any vendor lock-in?"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"Is the paid tier actually worth the premium?"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"Fortune 500 companies use it? So what."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"Who's really behind this company?"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C5E4"/>
                </a:solidFill>
              </a:defRPr>
            </a:pPr>
            <a:r>
              <a:t>Same archetype. Completely different objections. SimCrowd captures this.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BFFF1"/>
                </a:solidFill>
              </a:defRPr>
            </a:pPr>
            <a:r>
              <a:t>Simulation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73152" cy="82296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0C98"/>
                </a:solidFill>
              </a:defRPr>
            </a:pPr>
            <a:r>
              <a:t>Turn 0: Seeding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20"/>
                </a:solidFill>
              </a:defRPr>
            </a:pPr>
            <a:r>
              <a:t>Material appears in seed personas' feeds</a:t>
            </a:r>
            <a:br/>
            <a:r>
              <a:t>based on simulated reach settings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73152" cy="82296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0C98"/>
                </a:solidFill>
              </a:defRPr>
            </a:pPr>
            <a:r>
              <a:t>Turns 1-2: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20"/>
                </a:solidFill>
              </a:defRPr>
            </a:pPr>
            <a:r>
              <a:t>Exposed personas decide: ignore, read,</a:t>
            </a:r>
            <a:br/>
            <a:r>
              <a:t>react, comment, or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73152" cy="82296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0C98"/>
                </a:solidFill>
              </a:defRPr>
            </a:pPr>
            <a:r>
              <a:t>Turns 3-5: Spread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0233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20"/>
                </a:solidFill>
              </a:defRPr>
            </a:pPr>
            <a:r>
              <a:t>Content spreads through social graph.</a:t>
            </a:r>
            <a:br/>
            <a:r>
              <a:t>Debates emerge. Viral threshold checked.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12080"/>
            <a:ext cx="73152" cy="82296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0C98"/>
                </a:solidFill>
              </a:defRPr>
            </a:pPr>
            <a:r>
              <a:t>Turns 6-7: Settle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212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1220"/>
                </a:solidFill>
              </a:defRPr>
            </a:pPr>
            <a:r>
              <a:t>Engagement tapers. Lurkers decide.</a:t>
            </a:r>
            <a:br/>
            <a:r>
              <a:t>Final buy/signup/click captured.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11064240" cy="7315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Batched Haiku for reactions (cheap)  →  Sonnet for key moments + analysis (smart)  →  $0.05-$0.15 per sim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BFFF1"/>
                </a:solidFill>
              </a:defRPr>
            </a:pPr>
            <a:r>
              <a:t>What You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457200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0C98"/>
                </a:solidFill>
              </a:defRPr>
            </a:pPr>
            <a:r>
              <a:t>Scores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Engagement Score (0-100)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Sentiment Distribution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Virality Index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Conversion Probability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Objection Map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Demographic Heatmap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474720" cy="457200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0C98"/>
                </a:solidFill>
              </a:defRPr>
            </a:pPr>
            <a:r>
              <a:t>Simulated Social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68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Scrollable like real social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Agent posts &amp; comments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Share chains visible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Key moments highlighted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Filter by archetype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Filter by sentiment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90C98"/>
                </a:solidFill>
              </a:defRPr>
            </a:pPr>
            <a: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468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What worked (specific hooks)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What failed (specific triggers)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AI-generated rewrites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Segment-specific advice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Priority-ranked changes</a:t>
            </a:r>
          </a:p>
          <a:p>
            <a:pPr>
              <a:spcAft>
                <a:spcPts val="800"/>
              </a:spcAft>
              <a:defRPr sz="1600">
                <a:solidFill>
                  <a:srgbClr val="121220"/>
                </a:solidFill>
              </a:defRPr>
            </a:pPr>
            <a:r>
              <a:t>A/B comparison (Pro)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BFFF1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Global digital ad spend: $740B+ (2026) — all of it tested poorly or not at all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AI marketing tools market: $15B+ by 2028, growing 30%+ annually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8M+ small businesses actively running digital ads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Pre-launch testing is a gap — current tools score, they don't simulate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Agencies spend $5-50K per focus group — SimCrowd does it in 2 minutes for $0.15</a:t>
            </a:r>
          </a:p>
          <a:p>
            <a:pPr>
              <a:spcAft>
                <a:spcPts val="800"/>
              </a:spcAft>
              <a:defRPr sz="2200">
                <a:solidFill>
                  <a:srgbClr val="121220"/>
                </a:solidFill>
              </a:defRPr>
            </a:pPr>
            <a:r>
              <a:t>→  Creator economy (100M+ creators) needs fast, cheap audience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Unit Economics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FFF1"/>
                </a:solidFill>
              </a:defRPr>
            </a:pPr>
            <a:r>
              <a:t>Cost Per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Persona generation (Sonnet):        $0.03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Engagement filter (rule-based):     $0.00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Batched reactions (Haiku):            $0.01-0.04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Final analysis (Sonnet):                $0.06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─────────────────────────────────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Total per sim:                                  $0.05-0.15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FFF1"/>
                </a:solidFill>
              </a:defRPr>
            </a:pPr>
            <a:r>
              <a:t>Revenue &amp; Margins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Starter ($49/mo, 20 sims):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  LLM cost: $1-3/mo → 94-98% margin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Pro ($149/mo, 100 sims):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  LLM cost: $5-15/mo → 90-97% margin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Key: Batched Haiku + engagement</a:t>
            </a:r>
          </a:p>
          <a:p>
            <a:pPr>
              <a:spcAft>
                <a:spcPts val="800"/>
              </a:spcAft>
              <a:defRPr sz="1600">
                <a:solidFill>
                  <a:srgbClr val="FBFFF1"/>
                </a:solidFill>
              </a:defRPr>
            </a:pPr>
            <a:r>
              <a:t>filtering = 10-15x cost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BFFF1"/>
                </a:solidFill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45720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FFF1"/>
                </a:solidFill>
              </a:defRPr>
            </a:pPr>
            <a:r>
              <a:t>Weeks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FFF1"/>
                </a:solidFill>
              </a:defRPr>
            </a:pPr>
            <a:r>
              <a:t>Core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210312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Persona archetypes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Worldview dimensions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Social graph builder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Simulation runner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Scoring engine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CLI proof-of-concept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51760" cy="457200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FFF1"/>
                </a:solidFill>
              </a:defRPr>
            </a:pPr>
            <a:r>
              <a:t>Weeks 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FFF1"/>
                </a:solidFill>
              </a:defRPr>
            </a:pPr>
            <a:r>
              <a:t>API + 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651760"/>
            <a:ext cx="210312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FastAPI server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PostgreSQL + Celery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Next.js dashboard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Submission form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Results page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Auth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651760" cy="45720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FFF1"/>
                </a:solidFill>
              </a:defRPr>
            </a:pPr>
            <a:r>
              <a:t>Weeks 5-6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FFF1"/>
                </a:solidFill>
              </a:defRPr>
            </a:pPr>
            <a:r>
              <a:t>Polish + 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651760"/>
            <a:ext cx="210312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Industry packs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Visual charts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Prompt tuning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Rate limiting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Landing page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Production deploy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45920"/>
            <a:ext cx="2651760" cy="457200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FFF1"/>
                </a:solidFill>
              </a:defRPr>
            </a:pPr>
            <a:r>
              <a:t>Post-Launch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FFF1"/>
                </a:solidFill>
              </a:defRPr>
            </a:pPr>
            <a:r>
              <a:t>Growth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651760"/>
            <a:ext cx="210312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A/B testing mode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API for Pro users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PDF export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Social graph viz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Custom archetypes</a:t>
            </a:r>
          </a:p>
          <a:p>
            <a:pPr>
              <a:spcAft>
                <a:spcPts val="800"/>
              </a:spcAft>
              <a:defRPr sz="1500">
                <a:solidFill>
                  <a:srgbClr val="FBFFF1"/>
                </a:solidFill>
              </a:defRPr>
            </a:pPr>
            <a:r>
              <a:t>Stripe billing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BFFF1"/>
                </a:solidFill>
              </a:defRPr>
            </a:pPr>
            <a:r>
              <a:t>SimCrowd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B4C5E4"/>
                </a:solidFill>
              </a:defRPr>
            </a:pPr>
            <a:r>
              <a:t>Stop guessing. Start simulating.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3657600" cy="457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AI crowds that think, debate, and react like real people</a:t>
            </a:r>
          </a:p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See exactly why your copy works — or doesn't — before launch</a:t>
            </a:r>
          </a:p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$0.05-$0.15 per simulation vs. $5-50K per focus group</a:t>
            </a:r>
          </a:p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From submission to actionable rewrites in under 2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D52D5"/>
                </a:solidFill>
              </a:defRPr>
            </a:pPr>
            <a:r>
              <a:t>simcrowd.ai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