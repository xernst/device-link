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BFFF1"/>
                </a:solidFill>
              </a:defRPr>
            </a:pPr>
            <a:r>
              <a:t>DualBrain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4C5E4"/>
                </a:solidFill>
              </a:defRPr>
            </a:pPr>
            <a:r>
              <a:t>Your AI Ops Team, Running on Your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5E4"/>
                </a:solidFill>
              </a:defRPr>
            </a:pPr>
            <a:r>
              <a:t>Multi-Machine AI Agent Swarm  |  MVP Pitch  |  March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943600"/>
            <a:ext cx="2743200" cy="54864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Solo devs context-switch endlessly between analytical and creative work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AI assistants are single-machine, single-session, and forget everything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Cloud AI services charge per-task — costs spiral with heavy use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Spare Macs sit idle when they could be working for you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No way to dispatch AI work and get results while you're away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The Solution: DualBrain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0C98"/>
                </a:solidFill>
              </a:defRPr>
            </a:pPr>
            <a:r>
              <a:t>Left Brain — Analytical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Code review &amp; security audits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Test-driven development guide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Build error resolution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Refactoring &amp; cleanup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Database review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End-to-end test runner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0C98"/>
                </a:solidFill>
              </a:defRPr>
            </a:pPr>
            <a:r>
              <a:t>Right Brain — Creative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560320"/>
            <a:ext cx="4389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Strategic planning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System architecture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Market research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PRD creation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Documentation updates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Chief of Staff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1.  TRIGGER — Send tasks via CLI, Claude Code, or Telegram from anywhere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2.  ROUTE — Task dispatched to Left Brain, Right Brain, or both over Tailscale mesh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3.  EXECUTE — Claude reasons about the task, Ollama executes (free, local)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4.  REVIEW — AI review gate summarizes results before delivery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5.  NOTIFY — Results sent to Telegram with executive summary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6.  PERSIST — Learnings stored in Second Brain (Obsidian vault)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5120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Main Mac  ──Tailscale──→  Left Brain (7 agents)  +  Right Brain (6 agents)  ──→  Telegram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Why DualBrain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73152" cy="7315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FFF1"/>
                </a:solidFill>
              </a:defRPr>
            </a:pPr>
            <a:r>
              <a:t>Your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5E4"/>
                </a:solidFill>
              </a:defRPr>
            </a:pPr>
            <a:r>
              <a:t>No cloud lock-in. No per-task SaaS fees.</a:t>
            </a:r>
            <a:br/>
            <a:r>
              <a:t>Runs entirely on Macs you already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73152" cy="7315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FFF1"/>
                </a:solidFill>
              </a:defRPr>
            </a:pPr>
            <a:r>
              <a:t>Dual Specialization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377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5E4"/>
                </a:solidFill>
              </a:defRPr>
            </a:pPr>
            <a:r>
              <a:t>Analytical + Creative brains with distinct</a:t>
            </a:r>
            <a:br/>
            <a:r>
              <a:t>personalities and 13 specialized agents.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73152" cy="7315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FFF1"/>
                </a:solidFill>
              </a:defRPr>
            </a:pPr>
            <a:r>
              <a:t>Always-On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5E4"/>
                </a:solidFill>
              </a:defRPr>
            </a:pPr>
            <a:r>
              <a:t>OpenClaw gateway keeps working overnight</a:t>
            </a:r>
            <a:br/>
            <a:r>
              <a:t>with memory persistence and cron jobs.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389120"/>
            <a:ext cx="73152" cy="7315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FFF1"/>
                </a:solidFill>
              </a:defRPr>
            </a:pPr>
            <a:r>
              <a:t>Hybrid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3891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5E4"/>
                </a:solidFill>
              </a:defRPr>
            </a:pPr>
            <a:r>
              <a:t>Claude for reasoning (smart),</a:t>
            </a:r>
            <a:br/>
            <a:r>
              <a:t>Ollama for execution (free).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94960"/>
            <a:ext cx="73152" cy="73152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394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BFFF1"/>
                </a:solidFill>
              </a:defRPr>
            </a:pPr>
            <a:r>
              <a:t>Review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94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5E4"/>
                </a:solidFill>
              </a:defRPr>
            </a:pPr>
            <a:r>
              <a:t>AI reviews every result before notifying.</a:t>
            </a:r>
            <a:br/>
            <a:r>
              <a:t>No spam, no noise — only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AI Models:          Claude (reasoning) + Ollama (execution, free)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Networking:         Tailscale mesh VPN — encrypted, zero-config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Persistence:        mosh + tmux — sessions survive disconnects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Gateway:             OpenClaw — always-on API with heartbeat + memory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Browser:              Pinchtab — HTTP API for browser control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Workspace:          Google Workspace CLI (Drive, Gmail, Calendar, Sheets)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Knowledge:          Obsidian vault — task ledger + knowledge base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Notifications:      Telegram bot with Claude review gate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Quantitative:       numpy, scipy, pandas, statsmodels, duckdb</a:t>
            </a:r>
          </a:p>
          <a:p>
            <a:pPr>
              <a:spcAft>
                <a:spcPts val="800"/>
              </a:spcAft>
              <a:defRPr sz="1900">
                <a:solidFill>
                  <a:srgbClr val="1A1A2E"/>
                </a:solidFill>
              </a:defRPr>
            </a:pPr>
            <a:r>
              <a:t>Creative:              python-pptx, python-docx, Pillow, matplotlib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31M+ developers worldwide, growing 25% annually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Solo devs &amp; small teams are the fastest-growing segment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AI coding tools market projected at $15B+ by 2028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Millions of idle Macs sitting unused — untapped compute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Growing demand for private, self-hosted AI solutions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→  Developer tool-chain consolidation trend (fewer tools, more power)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F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BFFF1"/>
                </a:solidFill>
              </a:defRPr>
            </a:pPr>
            <a:r>
              <a:t>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560320" cy="41148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FFF1"/>
                </a:solidFill>
              </a:defRPr>
            </a:pPr>
            <a:r>
              <a:t>Alpha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201168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Core dispatch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Pipeline execution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5 starter agents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Tailscale setup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2560320" cy="411480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FFF1"/>
                </a:solidFill>
              </a:defRPr>
            </a:pPr>
            <a:r>
              <a:t>Beta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2468880"/>
            <a:ext cx="201168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Full 13 agents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Telegram control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OpenClaw gateway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Second Brain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2560320" cy="41148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FFF1"/>
                </a:solidFill>
              </a:defRPr>
            </a:pPr>
            <a:r>
              <a:t>MVP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468880"/>
            <a:ext cx="201168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Setup automation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Documentation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Mission Control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Community release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645920"/>
            <a:ext cx="2560320" cy="4114800"/>
          </a:xfrm>
          <a:prstGeom prst="rect">
            <a:avLst/>
          </a:prstGeom>
          <a:solidFill>
            <a:srgbClr val="090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FFF1"/>
                </a:solidFill>
              </a:defRPr>
            </a:pPr>
            <a:r>
              <a:t>V2 Vision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2468880"/>
            <a:ext cx="2011680" cy="36576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2743200"/>
            <a:ext cx="2011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Custom agents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Linux support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Team features</a:t>
            </a:r>
          </a:p>
          <a:p>
            <a:pPr>
              <a:spcAft>
                <a:spcPts val="800"/>
              </a:spcAft>
              <a:defRPr sz="1700">
                <a:solidFill>
                  <a:srgbClr val="FBFFF1"/>
                </a:solidFill>
              </a:defRPr>
            </a:pPr>
            <a:r>
              <a:t>Marketplace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474720"/>
            <a:ext cx="274320" cy="54864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474720"/>
            <a:ext cx="274320" cy="54864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3474720"/>
            <a:ext cx="274320" cy="54864"/>
          </a:xfrm>
          <a:prstGeom prst="rect">
            <a:avLst/>
          </a:prstGeom>
          <a:solidFill>
            <a:srgbClr val="B4C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C9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BFFF1"/>
                </a:solidFill>
              </a:defRPr>
            </a:pPr>
            <a:r>
              <a:t>DualBrain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4C5E4"/>
                </a:solidFill>
              </a:defRPr>
            </a:pPr>
            <a:r>
              <a:t>Turn your idle Macs into an always-on AI ops 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114800"/>
            <a:ext cx="2743200" cy="54864"/>
          </a:xfrm>
          <a:prstGeom prst="rect">
            <a:avLst/>
          </a:prstGeom>
          <a:solidFill>
            <a:srgbClr val="3D52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13 specialized AI agents — analytical + creative</a:t>
            </a:r>
          </a:p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Runs on your hardware — no cloud, no per-task fees</a:t>
            </a:r>
          </a:p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Works overnight — OpenClaw keeps the lights on</a:t>
            </a:r>
          </a:p>
          <a:p>
            <a:pPr>
              <a:spcAft>
                <a:spcPts val="800"/>
              </a:spcAft>
              <a:defRPr sz="2000">
                <a:solidFill>
                  <a:srgbClr val="B4C5E4"/>
                </a:solidFill>
              </a:defRPr>
            </a:pPr>
            <a:r>
              <a:t>Telegram control — dispatch from your phone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D52D5"/>
                </a:solidFill>
              </a:defRPr>
            </a:pPr>
            <a:r>
              <a:t>dualbrain.ai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